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7/12/2025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7/12/2025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F9D25-0C79-4938-FDBE-10E6CE93A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584" y="1045028"/>
            <a:ext cx="8825658" cy="597159"/>
          </a:xfrm>
        </p:spPr>
        <p:txBody>
          <a:bodyPr/>
          <a:lstStyle/>
          <a:p>
            <a:r>
              <a:rPr lang="en-US" sz="2400" dirty="0">
                <a:latin typeface="Algerian" panose="04020705040A02060702" pitchFamily="82" charset="0"/>
              </a:rPr>
              <a:t>                        JUNCTIONAL RHYTHM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4A81B-B51B-D616-3736-C16574BC5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584" y="1884785"/>
            <a:ext cx="8698171" cy="431074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 JUCTIONAL RHYTHM OCCURS WHEN THE HEART’S ELECTRICAL IMPULSES ORIGINATE FROM THE AV JUNCTION(AV NODE AREA) INSTEAD OF THE SA NODE.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IT ARISES WHEN THE SA NODE FAILS OR WHEN THE CONDUCTION FRON THE ATRIAL IS BLOCKED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RATE IS BETWEEN 40-60BPM(INTINSIC RATE OF THE AV NODE)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SLOWER THAN SINUS RHYTHM.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P WAVES OFTEN ABSENT,INVERTED,OR RETROGRADE(AFTER QRS COMPLEX).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QRS COMPLEX IS OF A NORMAL WIDTH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PR INTERVAL IS SHORT IF P WAVE IS PRESENT OR ABSENT IF NO P WAVE.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6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0681-78B8-E2D0-596C-D3536353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</a:t>
            </a:r>
            <a:r>
              <a:rPr lang="en-US" sz="2400" dirty="0"/>
              <a:t>CAUSES OF</a:t>
            </a:r>
            <a:r>
              <a:rPr lang="en-US" dirty="0"/>
              <a:t> </a:t>
            </a:r>
            <a:r>
              <a:rPr lang="en-US" sz="2400" dirty="0"/>
              <a:t>JUNCTIONAL RHYTHM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0DD7-B23A-060A-4224-FF0C1B5F2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 NODE DYSFUNCTION(E.G SICK SINUS SYNDROME).</a:t>
            </a:r>
          </a:p>
          <a:p>
            <a:r>
              <a:rPr lang="en-US" dirty="0"/>
              <a:t>MYOCARDIAL INFARCTION(ESPECIALLY INFERIOR WALL).</a:t>
            </a:r>
          </a:p>
          <a:p>
            <a:r>
              <a:rPr lang="en-US" dirty="0"/>
              <a:t>MEDICASTIONS E.G DIGOXIN TOXICITY,BETA BLOCKERS.</a:t>
            </a:r>
          </a:p>
          <a:p>
            <a:r>
              <a:rPr lang="en-US" dirty="0"/>
              <a:t>INCREASED VAGAL TONE.</a:t>
            </a:r>
          </a:p>
          <a:p>
            <a:r>
              <a:rPr lang="en-US" dirty="0"/>
              <a:t>ELECTROLYTE DISTURBANCES</a:t>
            </a:r>
          </a:p>
        </p:txBody>
      </p:sp>
    </p:spTree>
    <p:extLst>
      <p:ext uri="{BB962C8B-B14F-4D97-AF65-F5344CB8AC3E}">
        <p14:creationId xmlns:p14="http://schemas.microsoft.com/office/powerpoint/2010/main" val="85570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F608-331D-4083-19C2-EB49ED14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</a:t>
            </a:r>
            <a:r>
              <a:rPr lang="en-US" sz="2400" dirty="0"/>
              <a:t>TYPES OF JUNCTIONAL RHYTHMS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8717-6A3C-06B4-69CE-299D9BFEB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ARE CLASSIFIED BASED ON HEARTRATE AND CLINICAL CONTEXT BUT THEY ALL ORIGINATE FROM THE AV JUNCTION.</a:t>
            </a:r>
          </a:p>
        </p:txBody>
      </p:sp>
    </p:spTree>
    <p:extLst>
      <p:ext uri="{BB962C8B-B14F-4D97-AF65-F5344CB8AC3E}">
        <p14:creationId xmlns:p14="http://schemas.microsoft.com/office/powerpoint/2010/main" val="59522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B49A-E4D6-82DE-E837-EA51A007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        JUNCTIONAL ESCAPE 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54D3B-12CA-3710-6FDD-2A1D459D2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936311" cy="3416300"/>
          </a:xfrm>
        </p:spPr>
        <p:txBody>
          <a:bodyPr/>
          <a:lstStyle/>
          <a:p>
            <a:r>
              <a:rPr lang="en-US" dirty="0"/>
              <a:t>RATE IS BETWEEN 40-60BPM</a:t>
            </a:r>
          </a:p>
          <a:p>
            <a:r>
              <a:rPr lang="en-US" dirty="0"/>
              <a:t>IT COMES UP AS A RESULT OF THE TEMPORARY FAILURE OF THE SA NODE TO GENERATE IMPULSE</a:t>
            </a:r>
          </a:p>
          <a:p>
            <a:r>
              <a:rPr lang="en-US" dirty="0"/>
              <a:t>AFTER THE ESCAPE RHYTHM,YOU MIGHT HAVE A NORMAL SINUS RHYTHM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54C39-E22A-B5AD-8D75-49E7DF089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265" y="2675455"/>
            <a:ext cx="4740420" cy="3895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019EF8-E6C6-646F-78C9-0F0839C5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40" y="4413380"/>
            <a:ext cx="6296025" cy="244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2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E36E-EE32-463D-99A1-085AE568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</a:t>
            </a:r>
            <a:r>
              <a:rPr lang="en-US" sz="2400" dirty="0"/>
              <a:t>OTHERS ARE AS FOLLOWS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11120-7648-3BE2-E578-6C08311E6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ACCELERATED JUNCTIONAL RHYTHM </a:t>
            </a:r>
            <a:r>
              <a:rPr lang="en-US" dirty="0"/>
              <a:t>-RATE IS BETWEEN 60-100BPM</a:t>
            </a:r>
          </a:p>
          <a:p>
            <a:endParaRPr lang="en-US" dirty="0"/>
          </a:p>
          <a:p>
            <a:r>
              <a:rPr lang="en-US" b="1" dirty="0"/>
              <a:t>JUNCTIONAL TACHYCARDIA</a:t>
            </a:r>
            <a:r>
              <a:rPr lang="en-US" dirty="0"/>
              <a:t>-RATE ABOVE 100BPM.</a:t>
            </a:r>
          </a:p>
          <a:p>
            <a:endParaRPr lang="en-US" dirty="0"/>
          </a:p>
          <a:p>
            <a:r>
              <a:rPr lang="en-US" b="1" dirty="0"/>
              <a:t>JUNCTIONAL BRADYCARDIA</a:t>
            </a:r>
            <a:r>
              <a:rPr lang="en-US" dirty="0"/>
              <a:t>-RATE BELOW 40BPM.</a:t>
            </a:r>
          </a:p>
          <a:p>
            <a:endParaRPr lang="en-US" dirty="0"/>
          </a:p>
          <a:p>
            <a:r>
              <a:rPr lang="en-US" b="1" dirty="0"/>
              <a:t>PREMATURE JUNCTIONAL RHYTHM</a:t>
            </a:r>
            <a:r>
              <a:rPr lang="en-US" dirty="0"/>
              <a:t>-RHYTHM IS IRREGULAR.IT OCCURS BEFORE THE NEXT NORMAL BEAT</a:t>
            </a:r>
          </a:p>
        </p:txBody>
      </p:sp>
    </p:spTree>
    <p:extLst>
      <p:ext uri="{BB962C8B-B14F-4D97-AF65-F5344CB8AC3E}">
        <p14:creationId xmlns:p14="http://schemas.microsoft.com/office/powerpoint/2010/main" val="414642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55284-CCCC-625B-363B-EF517B69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</a:t>
            </a:r>
            <a:r>
              <a:rPr lang="en-US" sz="2400" dirty="0"/>
              <a:t>PREMATURE JUNCTIONAL RHYTHM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732F99-A3B3-E844-3E54-730B0054A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588" y="2019677"/>
            <a:ext cx="7081934" cy="455840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8C125B-5149-188F-D8CC-2C1F86D27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497" y="2352675"/>
            <a:ext cx="464664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0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06AB-FED7-81F8-B837-C10F11BDB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JUNCTIONAL RHYTHMS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98D6A9-F008-24D4-4B25-3617A15E9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671" y="2349910"/>
            <a:ext cx="8278761" cy="3945193"/>
          </a:xfrm>
        </p:spPr>
      </p:pic>
    </p:spTree>
    <p:extLst>
      <p:ext uri="{BB962C8B-B14F-4D97-AF65-F5344CB8AC3E}">
        <p14:creationId xmlns:p14="http://schemas.microsoft.com/office/powerpoint/2010/main" val="3850731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2633-942E-67AE-11F5-1A4E61F3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ACCELERATED JUNCTIONAL RHYTHM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24B3CD-0153-FE55-F660-D7430E0B4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751" y="2431999"/>
            <a:ext cx="9427193" cy="4322762"/>
          </a:xfrm>
        </p:spPr>
      </p:pic>
    </p:spTree>
    <p:extLst>
      <p:ext uri="{BB962C8B-B14F-4D97-AF65-F5344CB8AC3E}">
        <p14:creationId xmlns:p14="http://schemas.microsoft.com/office/powerpoint/2010/main" val="68160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BE533-AAA9-210E-FC69-D6C3EC47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JUNCTIONAL TACHYCARDIA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79C8C0-33ED-ABDE-5695-BA4DF7CCF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192694"/>
            <a:ext cx="9118049" cy="4357395"/>
          </a:xfrm>
        </p:spPr>
      </p:pic>
    </p:spTree>
    <p:extLst>
      <p:ext uri="{BB962C8B-B14F-4D97-AF65-F5344CB8AC3E}">
        <p14:creationId xmlns:p14="http://schemas.microsoft.com/office/powerpoint/2010/main" val="2649536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31CA-C07B-3304-097A-95C7BDEE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52E6A-CE02-7A23-69DB-9269233A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471" y="2174292"/>
            <a:ext cx="8825659" cy="34163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dirty="0"/>
              <a:t>          </a:t>
            </a:r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 FOR LISTENING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D86188-D85E-F25E-03D7-CEF730ED1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686" y="3962399"/>
            <a:ext cx="2631231" cy="242123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85876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151</TotalTime>
  <Words>252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Century Gothic</vt:lpstr>
      <vt:lpstr>Wingdings</vt:lpstr>
      <vt:lpstr>Wingdings 3</vt:lpstr>
      <vt:lpstr>Ion Boardroom</vt:lpstr>
      <vt:lpstr>                        JUNCTIONAL RHYTHM</vt:lpstr>
      <vt:lpstr>           CAUSES OF JUNCTIONAL RHYTHM</vt:lpstr>
      <vt:lpstr>         TYPES OF JUNCTIONAL RHYTHMS </vt:lpstr>
      <vt:lpstr>        JUNCTIONAL ESCAPE RHYTHM</vt:lpstr>
      <vt:lpstr>        OTHERS ARE AS FOLLOWS</vt:lpstr>
      <vt:lpstr>     PREMATURE JUNCTIONAL RHYTHM</vt:lpstr>
      <vt:lpstr>JUNCTIONAL RHYTHMS</vt:lpstr>
      <vt:lpstr>ACCELERATED JUNCTIONAL RHYTHM</vt:lpstr>
      <vt:lpstr>    JUNCTIONAL TACHYCARDIA</vt:lpstr>
      <vt:lpstr>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Haneef Gbadamosi</dc:creator>
  <cp:lastModifiedBy>Haneef Gbadamosi</cp:lastModifiedBy>
  <cp:revision>3</cp:revision>
  <dcterms:created xsi:type="dcterms:W3CDTF">2025-07-06T13:08:05Z</dcterms:created>
  <dcterms:modified xsi:type="dcterms:W3CDTF">2025-07-12T09:06:45Z</dcterms:modified>
</cp:coreProperties>
</file>